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>
                <a:solidFill>
                  <a:srgbClr val="2E86C1"/>
                </a:solidFill>
              </a:defRPr>
            </a:pPr>
            <a:r>
              <a:t>LA UTILIDAD DEL ÁLGEBRA Y LAS ECUACIONES EN INGENIERÍA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66573"/>
                </a:solidFill>
              </a:defRPr>
            </a:pPr>
            <a:r>
              <a:t>Presentado por: [Tu nombre]</a:t>
            </a:r>
          </a:p>
          <a:p>
            <a:r>
              <a:t>Carrera: Ingeniería de Software</a:t>
            </a:r>
          </a:p>
          <a:p>
            <a:r>
              <a:t>Fecha: Diciembre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C1"/>
                </a:solidFill>
              </a:defRPr>
            </a:pPr>
            <a:r>
              <a:t>UTILIDAD DEL ÁLGEBRA EN LA VIDA COTIDIANA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¿Por qué es útil el álgebra en mi vida cotidiana?</a:t>
            </a:r>
          </a:p>
          <a:p/>
          <a:p>
            <a:r>
              <a:t>Como estudiante de ingeniería de software y programador junior:</a:t>
            </a:r>
          </a:p>
          <a:p>
            <a:r>
              <a:t>• En el trabajo: Optimización de algoritmos y complejidad temporal</a:t>
            </a:r>
          </a:p>
          <a:p>
            <a:r>
              <a:t>• En los estudios: Resolución de problemas de programación</a:t>
            </a:r>
          </a:p>
          <a:p>
            <a:r>
              <a:t>• En proyectos: Desarrollo de aplicaciones con cálculos matemáticos</a:t>
            </a:r>
          </a:p>
          <a:p/>
          <a:p>
            <a:r>
              <a:t>EJEMPLO: Optimización de memoria en aplicación web</a:t>
            </a:r>
          </a:p>
          <a:p/>
          <a:p>
            <a:r>
              <a:t>Problema: ¿Cuántos usuarios máximos puede soportar la aplicación?</a:t>
            </a:r>
          </a:p>
          <a:p>
            <a:r>
              <a:t>• Memoria base: 200 MB</a:t>
            </a:r>
          </a:p>
          <a:p>
            <a:r>
              <a:t>• Memoria por usuario: 15 MB</a:t>
            </a:r>
          </a:p>
          <a:p>
            <a:r>
              <a:t>• Memoria máxima: 2048 MB</a:t>
            </a:r>
          </a:p>
          <a:p/>
          <a:p>
            <a:r>
              <a:t>Ecuación: 2048 = 200 + 15x</a:t>
            </a:r>
          </a:p>
          <a:p>
            <a:r>
              <a:t>Solución: x = (2048 - 200) ÷ 15 = 123 usuarios máximos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C1"/>
                </a:solidFill>
              </a:defRPr>
            </a:pPr>
            <a:r>
              <a:t>UTILIDAD PARA CULMINAR ESTUDIOS UNIVERSITARIOS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¿Por qué es esencial para mis estudios?</a:t>
            </a:r>
          </a:p>
          <a:p/>
          <a:p>
            <a:r>
              <a:t>El álgebra es base para:</a:t>
            </a:r>
          </a:p>
          <a:p>
            <a:r>
              <a:t>• Análisis de algoritmos: Complejidad temporal y espacial</a:t>
            </a:r>
          </a:p>
          <a:p>
            <a:r>
              <a:t>• Estructuras de datos: Optimización de operaciones</a:t>
            </a:r>
          </a:p>
          <a:p>
            <a:r>
              <a:t>• Bases de datos: Normalización y optimización</a:t>
            </a:r>
          </a:p>
          <a:p>
            <a:r>
              <a:t>• IA: Machine learning y redes neuronales</a:t>
            </a:r>
          </a:p>
          <a:p/>
          <a:p>
            <a:r>
              <a:t>EJEMPLO: Análisis de Merge Sort</a:t>
            </a:r>
          </a:p>
          <a:p/>
          <a:p>
            <a:r>
              <a:t>Ecuación de recurrencia: T(n) = 2T(n/2) + n</a:t>
            </a:r>
          </a:p>
          <a:p>
            <a:r>
              <a:t>Aplicando teorema maestro:</a:t>
            </a:r>
          </a:p>
          <a:p>
            <a:r>
              <a:t>• a = 2, b = 2, f(n) = n</a:t>
            </a:r>
          </a:p>
          <a:p>
            <a:r>
              <a:t>• log₂(2) = 1, f(n) = n¹</a:t>
            </a:r>
          </a:p>
          <a:p>
            <a:r>
              <a:t>• Resultado: T(n) = Θ(n log n)</a:t>
            </a:r>
          </a:p>
          <a:p/>
          <a:p>
            <a:r>
              <a:t>El algoritmo es eficiente para grandes conjuntos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C1"/>
                </a:solidFill>
              </a:defRPr>
            </a:pPr>
            <a:r>
              <a:t>UTILIDAD EN EL DESARROLLO PROFESIONAL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¿Cómo me ayudará como Full Stack Developer?</a:t>
            </a:r>
          </a:p>
          <a:p/>
          <a:p>
            <a:r>
              <a:t>Aplicaciones profesionales:</a:t>
            </a:r>
          </a:p>
          <a:p>
            <a:r>
              <a:t>• Backend: Optimización de consultas SQL y algoritmos</a:t>
            </a:r>
          </a:p>
          <a:p>
            <a:r>
              <a:t>• Frontend: Cálculos responsive design y animaciones</a:t>
            </a:r>
          </a:p>
          <a:p>
            <a:r>
              <a:t>• DevOps: Escalamiento automático y balanceadores</a:t>
            </a:r>
          </a:p>
          <a:p>
            <a:r>
              <a:t>• ML: Implementación de modelos predictivos</a:t>
            </a:r>
          </a:p>
          <a:p/>
          <a:p>
            <a:r>
              <a:t>EJEMPLO: Sistema de escalamiento automático</a:t>
            </a:r>
          </a:p>
          <a:p/>
          <a:p>
            <a:r>
              <a:t>Para 3500 requests/min:</a:t>
            </a:r>
          </a:p>
          <a:p>
            <a:r>
              <a:t>• Servidores mínimos = ⌈3500/1000⌉ = 4 servidores</a:t>
            </a:r>
          </a:p>
          <a:p>
            <a:r>
              <a:t>• Con factor seguridad 20%: 4 × 1.2 = 5 servidores</a:t>
            </a:r>
          </a:p>
          <a:p>
            <a:r>
              <a:t>• Costo mensual = 5 × $50 = $250/mes</a:t>
            </a:r>
          </a:p>
          <a:p/>
          <a:p>
            <a:r>
              <a:t>Optimización: Minimizar C = n × 50, sujeto a restricciones de rendimiento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E86C1"/>
                </a:solidFill>
              </a:defRPr>
            </a:pPr>
            <a:r>
              <a:t>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 Cormen, T. H., et al. (2022). Introduction to Algorithms (4th ed.). MIT Press.</a:t>
            </a:r>
          </a:p>
          <a:p/>
          <a:p>
            <a:r>
              <a:t>2. Sedgewick, R., &amp; Wayne, K. (2011). Algorithms (4th ed.). Addison-Wesley.</a:t>
            </a:r>
          </a:p>
          <a:p/>
          <a:p>
            <a:r>
              <a:t>3. Skiena, S. S. (2020). The Algorithm Design Manual (3rd ed.). Springer.</a:t>
            </a:r>
          </a:p>
          <a:p/>
          <a:p>
            <a:r>
              <a:t>4. Knuth, D. E. (1997). The Art of Computer Programming, Vol. 1. Addison-Wesley.</a:t>
            </a:r>
          </a:p>
          <a:p/>
          <a:p>
            <a:r>
              <a:t>5. AWS Documentation (2024). Auto Scaling User Guide. Amazon Web Services.</a:t>
            </a:r>
          </a:p>
          <a:p/>
          <a:p>
            <a:r>
              <a:t>6. Google Cloud (2024). Compute Engine Autoscaler. Google Cloud Platform.</a:t>
            </a:r>
          </a:p>
          <a:p/>
          <a:p>
            <a:r>
              <a:t>7. Bentley, J. (2000). Programming Pearls (2nd ed.). Addison-Wesley.</a:t>
            </a:r>
          </a:p>
          <a:p/>
          <a:p>
            <a:r>
              <a:t>8. McConnell, S. (2004). Code Complete (2nd ed.). Microsoft Press.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